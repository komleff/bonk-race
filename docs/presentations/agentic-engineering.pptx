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Краткое описание: за зиму 2025-2026 я провёл эксперимент — строил три проекта, используя ИИ-агентов как основную рабочую силу. Расскажу о результатах, проблемах и готовом стартер-ките.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Vibe Coding — это когда человек вручную пишет промпты и проверяет результат на глаз. Agentic Engineering — система с ролями, тестами и автоматизацией.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проекта за зиму. U2 — первый эксперимент. Slime Arena — полноценный проект, 83K строк TypeScript. Bonk Race — форк и эволюция процесса за 7 дней.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Описание стека. Claude Opus — основная модель для всех ролей. GPT-5.4 — лучший ревьювер. Gemini перевели только на арт после инцидента с ложными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Дорогие модели для планирования — ошибка на этом этапе дорого стоит. Быстрые для рутины. Несколько параллельно для ревью — кросс-валидация.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фазы. Исследование: от записи встречи до утверждённой архитектуры. Настройка: конфигурация всех инструментов. Разработка: итеративный цикл с ревью.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Детали фазы исследования. Ключевое — кросс-ревью: несколько моделей проверяют документ до консенсуса.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— центральная точка коммуникации. Все модели пишут в одно место. Оператор видит всю историю.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как шина. Developer пушит код → PM запускает внутреннее ревью (3 суб-агента: архитектура, безопасность, качество) → фиксит → отчёт → внешние ревьюверы (GPT-5.4, Codex, Copilot). Если не консенсус — PM фиксит, отчёт о правках → повторное ревью → полный консенсус → оператор мержит.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причины использовать PR как шину: аудит, мультимодельность, автоматизация парсинга, прозрачность для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совместимости файлов и инструментов. AGENT_ROLES.md — точка конвергенции, он доступен всем.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уровня защиты. Правила в AGENT_ROLES.md — первый уровень, агент может проигнорировать. Deny-list в settings.json — второй, невозможно обойти программно.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столпа: подробные ТЗ (что строить), Memory Bank (что было), Beads (что делать). Каждый усиливает вайб-кодинг. Вместе — agentic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Bank — 6 файлов для хранения контекста между сессиями. activeContext.md — самый важный, обновляется каждую сессию.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Beads — CLI-система управления задачами. Агенту не нужен браузер. Команды парсятся напрямую.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Сводка всех проблем — карта раздела. Дальше разберём три самые показательные: God Objects, несоблюдение инструкций и слабые места безопасности/инфры.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Ирония: правило «минимальное изменение» привело к God Objects. Решение: регулярный рефакторинг каждые 2 недели, закладываем время на декомпозицию в планировании спринтов.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Причина: чистый контекст субагента. Решения: 1) ручной запуск итераций ревью; 2) deny-list как гарантия; 3) отдельный PR на исправление языка комментариев.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слабых места с решениями. Безопасность: GPT как внешний ревьювер. Инфра: DevOps вручную. Gemini: только арт, не ревью.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уровней. Мы на 4-м, частично 5-6. Большинство разработчиков на 2-3. Инвестиции в 3-5 разблокируют 6-7.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Эмоциональная кривая. По мотивам «Цветы для Элджернона и Claude Code». Эйфория приводит к God Objects, затухание требует системы, плато — устойчивая работа.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Стартер-кит: 15+ файлов конфигурации. Скопировать, заменить плейсхолдеры, работать.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уровня погружения. Минимальный — 10 минут, один агент. Базовый — 20 минут, мульти-инструмент. Полный — 1 час, мультиагент.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Быстрый старт: 4 шага, 5 минут до первой сессии с ИИ-агентом.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Финал. Agentic Engineering работает. Со всеми проблемами. Стартер-кит в репозитории.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вопросов. Темы: стоимость, конфиденциальность, командная работа, ограничения.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Бонусный слайд с заготовленными ответами на частые вопросы. Стоимость: $120-240/мес. Конфиденциальность: код идёт в API. Команда: CLAUDE.md в репо. Не подходит для banking/medical.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73152"/>
            <a:ext cx="2743" cy="5070348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914400"/>
            <a:ext cx="9144000" cy="2743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28800"/>
            <a:ext cx="9144000" cy="2743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743200"/>
            <a:ext cx="9144000" cy="2743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657600"/>
            <a:ext cx="9144000" cy="2743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572000"/>
            <a:ext cx="9144000" cy="2743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486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Рабочее место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агентно-ориентированного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инженера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зимнего исследования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 ·  Март 2026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0"/>
            <a:ext cx="548640" cy="5486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457200" cy="4572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45920"/>
            <a:ext cx="457200" cy="45720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103120"/>
            <a:ext cx="411480" cy="411480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560320"/>
            <a:ext cx="457200" cy="457200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926080"/>
            <a:ext cx="411480" cy="4114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Text 19"/>
          <p:cNvSpPr/>
          <p:nvPr/>
        </p:nvSpPr>
        <p:spPr>
          <a:xfrm>
            <a:off x="64008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  vs  Agentic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291840"/>
          </a:xfrm>
          <a:prstGeom prst="rect">
            <a:avLst/>
          </a:prstGeom>
          <a:solidFill>
            <a:srgbClr val="F9758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ведёт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пишет промпты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глаз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07408" y="1371600"/>
            <a:ext cx="27432" cy="292608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54864" cy="329184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Engineering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7492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ведёт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ИИ-агенты по ролям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+ ревью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Три проекта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7680960" cy="36576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212848"/>
            <a:ext cx="274320" cy="274320"/>
          </a:xfrm>
          <a:prstGeom prst="oval">
            <a:avLst/>
          </a:prstGeom>
          <a:solidFill>
            <a:srgbClr val="D2A8F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Декабрь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Космический симулятор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опыт с агентами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77640" y="2212848"/>
            <a:ext cx="274320" cy="274320"/>
          </a:xfrm>
          <a:prstGeom prst="oval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Январь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Slime Arena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83K строк TS · 31 день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Мультиплеер арена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Launch ready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2212848"/>
            <a:ext cx="274320" cy="274320"/>
          </a:xfrm>
          <a:prstGeom prst="oval">
            <a:avLst/>
          </a:prstGeom>
          <a:solidFill>
            <a:srgbClr val="7EE78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7–13 марта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Bonk Race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форк + эволюция · 7 дней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Аркадные гонки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v0.6.0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улучшение процесса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улучшение процесса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проект улучшал сам рабочий процесс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Стек нейросетей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Opus 4.6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PM, Dev, Reviewer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755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1755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Ревьювер, research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1755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ревьювер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39696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396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GPT-5.3-Codex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2139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Ревьювер, кодинг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2139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Быстрый, дешёвый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5237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 Pro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25237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5237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Глубокий анализ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solidFill>
            <a:srgbClr val="2D22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907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Промпты для MJ, арт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Ложные APPROVED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Ревьювер PR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IDE-интеграция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75888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675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3675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52160" y="3675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0599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MidJourney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108960" y="4059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Арт, ассеты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4059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443984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443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Plaud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108960" y="44439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встреч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52160" y="44439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Принцип выбора модели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29260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92608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Планирование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Архитектура, GDD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Opus, GPT Pro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стоит дорого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097280"/>
            <a:ext cx="2651760" cy="29260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097280"/>
            <a:ext cx="54864" cy="2926080"/>
          </a:xfrm>
          <a:prstGeom prst="rect">
            <a:avLst/>
          </a:prstGeom>
          <a:solidFill>
            <a:srgbClr val="D2A8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2801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Разработка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+ кодинг + управление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204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5204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важнее скорости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7920" y="1097280"/>
            <a:ext cx="2651760" cy="29260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097280"/>
            <a:ext cx="54864" cy="2926080"/>
          </a:xfrm>
          <a:prstGeom prst="rect">
            <a:avLst/>
          </a:prstGeom>
          <a:solidFill>
            <a:srgbClr val="7EE78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Ревью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00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00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 + GPT + DeepSeek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008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Кросс-валидация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 ↔  Качество — баланс для каждого этапа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Процесс: от идеи до деплоя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200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4864" cy="3200400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Фаза A: Исследование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Plaud → транскрипт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Pro → анализ рынка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→ GDD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Кросс-ревью GDD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→ Архитектура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Кросс-ревью Архитектуры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743200" cy="3200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54864" cy="3200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Фаза B: Настройка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файлов конфигов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AGENT_ROLES.md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settings.json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2743200" cy="3200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005840"/>
            <a:ext cx="54864" cy="320040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Фаза C: Разработка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планирование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→ кодинг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(внутр.)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(внешн.)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→ Merge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7607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шагов от идеи до деплоя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· Фаза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Фаза A: Исследование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65760" cy="365760"/>
          </a:xfrm>
          <a:prstGeom prst="oval">
            <a:avLst/>
          </a:prstGeom>
          <a:solidFill>
            <a:srgbClr val="D2A8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1417320"/>
            <a:ext cx="27432" cy="18288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005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Plaud → запись встречи → транскрипт + summary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Plaud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618488"/>
            <a:ext cx="365760" cy="365760"/>
          </a:xfrm>
          <a:prstGeom prst="oval">
            <a:avLst/>
          </a:prstGeom>
          <a:solidFill>
            <a:srgbClr val="D2A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1984248"/>
            <a:ext cx="27432" cy="18288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15727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Pro (Thinking) → анализ рынка → отчёт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1618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 Pro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185416"/>
            <a:ext cx="365760" cy="365760"/>
          </a:xfrm>
          <a:prstGeom prst="oval">
            <a:avLst/>
          </a:prstGeom>
          <a:solidFill>
            <a:srgbClr val="D2A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" y="2551176"/>
            <a:ext cx="27432" cy="18288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21396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→ GDD v1 (модульная структура)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1854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752344"/>
            <a:ext cx="365760" cy="365760"/>
          </a:xfrm>
          <a:prstGeom prst="oval">
            <a:avLst/>
          </a:prstGeom>
          <a:solidFill>
            <a:srgbClr val="D2A8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" y="3118104"/>
            <a:ext cx="27432" cy="18288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2706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+ Gemini + DeepSeek → кросс-ревью GDD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Мульти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319272"/>
            <a:ext cx="365760" cy="365760"/>
          </a:xfrm>
          <a:prstGeom prst="oval">
            <a:avLst/>
          </a:prstGeom>
          <a:solidFill>
            <a:srgbClr val="D2A8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" y="3685032"/>
            <a:ext cx="27432" cy="18288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32735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→ Архитектура v1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3319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886200"/>
            <a:ext cx="365760" cy="365760"/>
          </a:xfrm>
          <a:prstGeom prst="oval">
            <a:avLst/>
          </a:prstGeom>
          <a:solidFill>
            <a:srgbClr val="D2A8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+ Gemini + DeepSeek → кросс-ревью (консенсус)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Мульти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8872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Итерации между шагами 3-4 и 5-6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Request = шина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обмена информацией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разные ИИ-модели общаются между собой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365760" cy="3657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200400"/>
            <a:ext cx="365760" cy="36576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71600"/>
            <a:ext cx="365760" cy="36576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200400"/>
            <a:ext cx="365760" cy="36576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114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·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PR: поток работы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34840" y="777240"/>
            <a:ext cx="274320" cy="42976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#42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" y="1298448"/>
            <a:ext cx="4206240" cy="1170432"/>
          </a:xfrm>
          <a:prstGeom prst="rect">
            <a:avLst/>
          </a:prstGeom>
          <a:solidFill>
            <a:srgbClr val="D2A8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внутреннее ревью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800600" y="2724912"/>
            <a:ext cx="4206240" cy="1417320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2724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внешнее ревью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4320" y="1051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 (Opus)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10515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(код)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60520" y="10515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1314907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(Opus)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1314907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суб-агенты ревью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60520" y="1314907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1534363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Архитектура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1534363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суб-агент Opus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60520" y="1534363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173187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Безопасность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173187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суб-агент Opus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60520" y="173187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1929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Качество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19293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суб-агент Opus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60520" y="19293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2192731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(Opus)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2192731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 → git push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60520" y="2192731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24780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(Opus)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24780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в комментарии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60520" y="24780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2763317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763317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2763317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 1 (GPT-5.4)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2982773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2982773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CHANGES_REQ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0" y="2982773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 2 (Codex)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3202229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3202229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3202229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 3 (Copilot)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34655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(Opus)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86000" y="34655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о правках в PR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60520" y="34655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09160" y="36850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6850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ревью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0" y="3685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9160" y="39044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0" y="39044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Консенсус 3/3 ✓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3904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16783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Оператор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286000" y="4167835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160520" y="4167835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·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PR, а не чат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Аудиторский след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Кто, когда, какой вердикт — всё зафиксировано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97280"/>
            <a:ext cx="54864" cy="1463040"/>
          </a:xfrm>
          <a:prstGeom prst="rect">
            <a:avLst/>
          </a:prstGeom>
          <a:solidFill>
            <a:srgbClr val="D2A8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Мультимодельность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57784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GPT, Gemini, Opus пишут в одно место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7EE78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Автоматизация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28016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парсит JSON-метаданные из комментариев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3931920" cy="14630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834640"/>
            <a:ext cx="54864" cy="1463040"/>
          </a:xfrm>
          <a:prstGeom prst="rect">
            <a:avLst/>
          </a:prstGeom>
          <a:solidFill>
            <a:srgbClr val="F0C67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Прозрачность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57784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видит всю историю решений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Какая модель какой файл читает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4980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005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005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GPT/Gemini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7498080" cy="50292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7498080" cy="50292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copilot-instr.md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.cursorignore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7498080" cy="5029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AGENT_ROLES.md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3474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31920" y="3474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474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3474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вручную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.memory_bank/*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6888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31920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вручную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AGENT_ROLES.md — единый документ для всех инструментов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settings.json — два уровня защиты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572000" cy="29260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4864" cy="2926080"/>
          </a:xfrm>
          <a:prstGeom prst="rect">
            <a:avLst/>
          </a:prstGeom>
          <a:solidFill>
            <a:srgbClr val="F9758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deny-list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Read(.env*)               // Секреты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Bash(rm *), Bash(del *)   // Удаление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Bash(git push --force *)  // Force push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Bash(git push origin main)// Push в main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Bash(gh pr merge *)       // Авто-merge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Bash(gh api -X DELETE *)  // DELETE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3840480" cy="29260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1005840"/>
            <a:ext cx="54864" cy="2926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настройки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"language"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"russian"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"alwaysThinkingEnabled"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"defaultMode"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"acceptEdits"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4864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можно обойти, deny-list — нельзя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 · Обзор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Три столпа пайплайна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solidFill>
            <a:srgbClr val="58A6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Engineering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2194560" cy="2560320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Столп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Подробные ТЗ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строить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(контракт)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325880"/>
            <a:ext cx="2194560" cy="2560320"/>
          </a:xfrm>
          <a:prstGeom prst="rect">
            <a:avLst/>
          </a:prstGeom>
          <a:solidFill>
            <a:srgbClr val="7EE787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Столп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Bank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.memory_bank/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файлов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(память)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2194560" cy="2560320"/>
          </a:xfrm>
          <a:prstGeom prst="rect">
            <a:avLst/>
          </a:prstGeom>
          <a:solidFill>
            <a:srgbClr val="D2A8F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Столп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.beads/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 ready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 close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(задачи)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931920"/>
            <a:ext cx="768096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931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Убери любой → система разваливается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Стартер-кит — это настройки инструмента. Три столпа — это процесс.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Bank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.memory_bank/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projectbrief.md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проект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редко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productContext.md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Продуктовый контекст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редко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techContext.md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7472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и ограничения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 смене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systemPatterns.md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Архитектурные решения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 арх.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solidFill>
            <a:srgbClr val="2D1500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activeContext.md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7472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СЕЙЧАС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каждую сессию!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progress.md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47472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Прогресс и статус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каждый спринт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Memory Bank каждая сессия начинается с нуля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Beads — задачи как код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010409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097280"/>
            <a:ext cx="137160" cy="137160"/>
          </a:xfrm>
          <a:prstGeom prst="oval">
            <a:avLst/>
          </a:prstGeom>
          <a:solidFill>
            <a:srgbClr val="F97583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097280"/>
            <a:ext cx="137160" cy="137160"/>
          </a:xfrm>
          <a:prstGeom prst="oval">
            <a:avLst/>
          </a:prstGeom>
          <a:solidFill>
            <a:srgbClr val="F0C674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097280"/>
            <a:ext cx="137160" cy="137160"/>
          </a:xfrm>
          <a:prstGeom prst="oval">
            <a:avLst/>
          </a:prstGeom>
          <a:solidFill>
            <a:srgbClr val="7EE78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bd ready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Доступные задачи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bd update &lt;id&gt; --status=in_progress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Взять в работу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bd close &lt;id&gt; --reason="PR #42"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Закрыть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CLI-first: агенты работают с задачами программно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840480" cy="914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54864" cy="914400"/>
          </a:xfrm>
          <a:prstGeom prst="rect">
            <a:avLst/>
          </a:prstGeom>
          <a:solidFill>
            <a:srgbClr val="F9758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/ Trello — нужен браузер, GUI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657600"/>
            <a:ext cx="3840480" cy="914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657600"/>
            <a:ext cx="54864" cy="91440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Beads — CLI, парсится агентом напрямую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Чему нас научили ошибки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960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Workaround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Objects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Рефакторинг каждые 2 нед.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ревью обрывается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755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запуск итераций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39696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39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Английский в комментариях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21396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1396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PR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5237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5237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523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как внешний ревьювер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077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29077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2907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Настроили, но рано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3291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арт, не ревью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675888"/>
            <a:ext cx="82296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Потеря контекста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675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Напоминать вручную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059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Забытые отчёты в PR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0" y="40599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37760" y="4059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Следить за публикацией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Разберём три ключевые проблемы подробнее →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· Детали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God Objects — правило-защитник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стало причиной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200400" cy="1828800"/>
          </a:xfrm>
          <a:prstGeom prst="rect">
            <a:avLst/>
          </a:prstGeom>
          <a:solidFill>
            <a:srgbClr val="F97583">
              <a:alpha val="2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ArenaRoom.ts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3700+ строк · 126 методов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3200400" cy="1828800"/>
          </a:xfrm>
          <a:prstGeom prst="rect">
            <a:avLst/>
          </a:prstGeom>
          <a:solidFill>
            <a:srgbClr val="F97583">
              <a:alpha val="2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4000+ строк · UI + сеть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рендер + ввод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C67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589520" y="1188720"/>
            <a:ext cx="411480" cy="411480"/>
          </a:xfrm>
          <a:prstGeom prst="rect">
            <a:avLst/>
          </a:prstGeom>
          <a:solidFill>
            <a:srgbClr val="7EE787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92440" y="1188720"/>
            <a:ext cx="411480" cy="411480"/>
          </a:xfrm>
          <a:prstGeom prst="rect">
            <a:avLst/>
          </a:prstGeom>
          <a:solidFill>
            <a:srgbClr val="7EE787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0" y="1691640"/>
            <a:ext cx="411480" cy="411480"/>
          </a:xfrm>
          <a:prstGeom prst="rect">
            <a:avLst/>
          </a:prstGeom>
          <a:solidFill>
            <a:srgbClr val="7EE787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1691640"/>
            <a:ext cx="411480" cy="411480"/>
          </a:xfrm>
          <a:prstGeom prst="rect">
            <a:avLst/>
          </a:prstGeom>
          <a:solidFill>
            <a:srgbClr val="7EE787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Причина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«минимальное изменение» из CLAUDE-core.md → агенты добавляют код в существующий файл вместо создания нового модуля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40480"/>
            <a:ext cx="54864" cy="91440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Рефакторинг каждые 2 недели. Проблема осознана и учтена в процессе — теперь закладываем время на декомпозицию.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· Детали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Агенты не следуют инструкциям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40480" cy="18288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F9758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Цикл ревью обрывается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#5: coin farm (P0) не исправлен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 итерации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~30% циклов завершаются полностью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18288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54864" cy="1828800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Язык комментариев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в 3 файлах, но агенты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пишут на английском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~70% compliance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840480" cy="914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Причина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Субагент стартует в чистом контексте.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сжатии контекста инструкции теряются.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обучены на англоязычном коде.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3840480" cy="914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17520"/>
            <a:ext cx="54864" cy="91440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запуск итераций ревью.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Deny-list — второй уровень защиты.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PR для языка комментариев.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— первый уровень. Deny-list — второй. Ручной контроль — третий.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· Детали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Слабые места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F9758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Безопасность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уязвимости (P0–P1), не исправлены за 3 итерации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36576" cy="82296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7492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как внешний ревьювер. Кросс-ревью обязательно.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286000"/>
            <a:ext cx="54864" cy="1097280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Инфраструктура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23444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 3 withdrawn-версии. Redis: 22ч даунтайма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2377440"/>
            <a:ext cx="36576" cy="82296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20" name="Text 16"/>
          <p:cNvSpPr/>
          <p:nvPr/>
        </p:nvSpPr>
        <p:spPr>
          <a:xfrm>
            <a:off x="507492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07492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— вручную. Агенты только для кода.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F0C674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23444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Игнорирует «НЕ правь код», ложные APPROVED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846320" y="3657600"/>
            <a:ext cx="36576" cy="82296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28" name="Text 23"/>
          <p:cNvSpPr/>
          <p:nvPr/>
        </p:nvSpPr>
        <p:spPr>
          <a:xfrm>
            <a:off x="5074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0749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Переведён только на арт. Не доверять вердиктам.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уровней агентной инженерии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6858000" cy="43891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777240"/>
            <a:ext cx="54864" cy="438912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7772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84F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777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Автономные команды агентов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289304"/>
            <a:ext cx="6400800" cy="43891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289304"/>
            <a:ext cx="54864" cy="438912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2893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84F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2893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Фоновые агенты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801368"/>
            <a:ext cx="5943600" cy="438912"/>
          </a:xfrm>
          <a:prstGeom prst="rect">
            <a:avLst/>
          </a:prstGeom>
          <a:solidFill>
            <a:srgbClr val="2D22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801368"/>
            <a:ext cx="54864" cy="438912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80136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180136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Обвязка и обратная связь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18013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частично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13432"/>
            <a:ext cx="5486400" cy="438912"/>
          </a:xfrm>
          <a:prstGeom prst="rect">
            <a:avLst/>
          </a:prstGeom>
          <a:solidFill>
            <a:srgbClr val="2D22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313432"/>
            <a:ext cx="54864" cy="438912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31343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3134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и навыки (MCP)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3134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частично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25496"/>
            <a:ext cx="5029200" cy="438912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825496"/>
            <a:ext cx="54864" cy="438912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82549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282549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Накопление опыта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8254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мы здесь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4572000" cy="438912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337560"/>
            <a:ext cx="54864" cy="438912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3375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3337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контекстом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49624"/>
            <a:ext cx="4114800" cy="438912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849624"/>
            <a:ext cx="54864" cy="438912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8496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280" y="384962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ИИ-среда разработки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361688"/>
            <a:ext cx="3657600" cy="438912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361688"/>
            <a:ext cx="54864" cy="438912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361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97280" y="43616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Автодополнение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каком уровне вы?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Большинство — 2–3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 (3–5) → разблокирует автоматизацию (6–7)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Эмоциональная кривая ИИ-разработки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822960"/>
            <a:ext cx="27432" cy="320040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777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Амплитуда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7772400" cy="27432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822960"/>
            <a:ext cx="2560320" cy="3200400"/>
          </a:xfrm>
          <a:prstGeom prst="rect">
            <a:avLst/>
          </a:prstGeom>
          <a:solidFill>
            <a:srgbClr val="F97583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822960"/>
            <a:ext cx="2743200" cy="3200400"/>
          </a:xfrm>
          <a:prstGeom prst="rect">
            <a:avLst/>
          </a:prstGeom>
          <a:solidFill>
            <a:srgbClr val="F0C674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80760" y="822960"/>
            <a:ext cx="2423160" cy="3200400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5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Фаза 1: Эйфория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 · ноябрь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 часы — то, что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раньше за месяцы»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Фаза 2: Затухание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Slime Arena · дек–янв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«вау требует всё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больших запусков»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914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Фаза 3: Плато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Bonk Race · 7 дней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«принятие или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онемение?»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1828800"/>
            <a:ext cx="137160" cy="137160"/>
          </a:xfrm>
          <a:prstGeom prst="oval">
            <a:avLst/>
          </a:prstGeom>
          <a:solidFill>
            <a:srgbClr val="F97583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2560320"/>
            <a:ext cx="109728" cy="109728"/>
          </a:xfrm>
          <a:prstGeom prst="oval">
            <a:avLst/>
          </a:prstGeom>
          <a:solidFill>
            <a:srgbClr val="F0C674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0" y="2926080"/>
            <a:ext cx="109728" cy="109728"/>
          </a:xfrm>
          <a:prstGeom prst="oval">
            <a:avLst/>
          </a:prstGeom>
          <a:solidFill>
            <a:srgbClr val="F0C67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3200400"/>
            <a:ext cx="109728" cy="109728"/>
          </a:xfrm>
          <a:prstGeom prst="oval">
            <a:avLst/>
          </a:prstGeom>
          <a:solidFill>
            <a:srgbClr val="F0C674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3383280"/>
            <a:ext cx="109728" cy="109728"/>
          </a:xfrm>
          <a:prstGeom prst="oval">
            <a:avLst/>
          </a:prstGeom>
          <a:solidFill>
            <a:srgbClr val="58A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3383280"/>
            <a:ext cx="109728" cy="109728"/>
          </a:xfrm>
          <a:prstGeom prst="oval">
            <a:avLst/>
          </a:prstGeom>
          <a:solidFill>
            <a:srgbClr val="58A6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0" y="3383280"/>
            <a:ext cx="109728" cy="109728"/>
          </a:xfrm>
          <a:prstGeom prst="oval">
            <a:avLst/>
          </a:prstGeom>
          <a:solidFill>
            <a:srgbClr val="58A6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Эйфория → God Objects.   Затухание → нужна система.   Плато → устойчивая работа.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Стартер-кит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Стартер-кит — что получаете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303520" cy="3474720"/>
          </a:xfrm>
          <a:prstGeom prst="rect">
            <a:avLst/>
          </a:prstGeom>
          <a:solidFill>
            <a:srgbClr val="010409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30352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starter-kit/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CLAUDE.md.template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CLAUDE-core.md.template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77393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AGENT_ROLES.md.template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1762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HOW_TO_USE.md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786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settings.json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77977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809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copilot-instructions.md.template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1821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.memory_bank/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projectbrief.md.template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5844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activeContext.md.template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7856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(5 шаблонов)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9867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.vscode/settings.json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187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.cursorignore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960120"/>
            <a:ext cx="2743200" cy="1005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960120"/>
            <a:ext cx="54864" cy="10058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Скопировать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файлов конфигурации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148840"/>
            <a:ext cx="2743200" cy="1005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148840"/>
            <a:ext cx="54864" cy="100584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Заменить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Плейсхолдеры → ваш проект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337560"/>
            <a:ext cx="2743200" cy="1005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337560"/>
            <a:ext cx="54864" cy="1005840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Работать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claude и начать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Стартер-кит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Три уровня погружения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Минимальный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минут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агент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651760" cy="29260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97280"/>
            <a:ext cx="54864" cy="292608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Базовый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copilot-instr.md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.cursorignore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.vscode/settings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минут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Мульти-инструмент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2651760" cy="3291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097280"/>
            <a:ext cx="54864" cy="3291840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Полный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.agents/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.memory_bank/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Beads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час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Мультиагент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Стартер-кит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Быстрый старт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010409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097280"/>
            <a:ext cx="137160" cy="137160"/>
          </a:xfrm>
          <a:prstGeom prst="oval">
            <a:avLst/>
          </a:prstGeom>
          <a:solidFill>
            <a:srgbClr val="F97583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097280"/>
            <a:ext cx="137160" cy="137160"/>
          </a:xfrm>
          <a:prstGeom prst="oval">
            <a:avLst/>
          </a:prstGeom>
          <a:solidFill>
            <a:srgbClr val="F0C674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097280"/>
            <a:ext cx="137160" cy="137160"/>
          </a:xfrm>
          <a:prstGeom prst="oval">
            <a:avLst/>
          </a:prstGeom>
          <a:solidFill>
            <a:srgbClr val="7EE78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17320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Скопировать шаблоны в корень проекта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627632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-rn docs/starter-kit/. ./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1837944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048256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Переименовать шаблоны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258568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"*.template" -exec sh -c \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'mv "$1" "${1%.template}"' _ {} \;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679192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889504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Заменить плейсхолдеры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099816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[PROJECT_NAME], [BUILD_CMD], [TEST_CMD]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310128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Заполнить Memory Bank + запустить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730752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E7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минут до первой сессии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484F58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144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Engineering —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это настоящее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 всеми проблемами, которые я описал.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оно работает.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Стартер-кит в репозитории. Пробуйте.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873752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Вопросы?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371600" y="3200400"/>
            <a:ext cx="146304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0" y="3200400"/>
            <a:ext cx="146304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Конфиденциальность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0" y="3200400"/>
            <a:ext cx="146304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работа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3200400"/>
            <a:ext cx="146304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Заготовленные ответы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(бонусный слайд — не показывается)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Сколько стоит?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$120–240/мес (Claude $100–200 + GPT $20–40). Джуниор — от $2000/мес.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Конфиденциальность?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идёт в API. Проверьте compliance. Self-hosted — опция.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Команда?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коммитится в репо. Memory Bank общий. Сессии пока однопользовательские.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НЕ подходит?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Banking, medical (human review). DevOps. Легаси без тестов.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Рабочее место агентно-ориентированного инженера</dc:title>
  <dc:subject>PptxGenJS Presentation</dc:subject>
  <dc:creator>Дмитрий</dc:creator>
  <cp:lastModifiedBy>Дмитрий</cp:lastModifiedBy>
  <cp:revision>1</cp:revision>
  <dcterms:created xsi:type="dcterms:W3CDTF">2026-03-19T08:52:40Z</dcterms:created>
  <dcterms:modified xsi:type="dcterms:W3CDTF">2026-03-19T08:52:40Z</dcterms:modified>
</cp:coreProperties>
</file>